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raunces Extra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35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-6-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-6-5.svg"/><Relationship Id="rId5" Type="http://schemas.openxmlformats.org/officeDocument/2006/relationships/image" Target="../media/image-6-3.svg"/><Relationship Id="rId4" Type="http://schemas.openxmlformats.org/officeDocument/2006/relationships/image" Target="../media/image3.png"/><Relationship Id="rId9" Type="http://schemas.openxmlformats.org/officeDocument/2006/relationships/image" Target="../media/image-6-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8.svg"/><Relationship Id="rId3" Type="http://schemas.openxmlformats.org/officeDocument/2006/relationships/image" Target="../media/image3.png"/><Relationship Id="rId12" Type="http://schemas.openxmlformats.org/officeDocument/2006/relationships/image" Target="../media/image-7-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-7-6.svg"/><Relationship Id="rId5" Type="http://schemas.openxmlformats.org/officeDocument/2006/relationships/image" Target="../media/image-7-4.svg"/><Relationship Id="rId10" Type="http://schemas.openxmlformats.org/officeDocument/2006/relationships/image" Target="../media/image-7-10.svg"/><Relationship Id="rId4" Type="http://schemas.openxmlformats.org/officeDocument/2006/relationships/image" Target="../media/image-7-2.svg"/><Relationship Id="rId14" Type="http://schemas.openxmlformats.org/officeDocument/2006/relationships/image" Target="../media/image-7-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164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Online Examination System</a:t>
            </a: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(C Programming Project)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28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 Code: CSEG1041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508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Submitted By:Thammineni Nikhil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SAP ID: 590027800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869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Submitted To: Dr. Prashant Trivedi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1050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University of Petroleum and Energy Studies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is a simple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command-line based online examination system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written in C.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 allows users to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register, log in, and attempt a multiple-choice exam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program demonstrates concepts of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modular programming, file handling, functions, and decision-making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809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6810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1133951" y="3743325"/>
            <a:ext cx="60394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create a functional examination system using basic C programming.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56884" y="386810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7797046" y="3743325"/>
            <a:ext cx="60395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implement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registration &amp; login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using file storage.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04753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8" name="Text 6"/>
          <p:cNvSpPr/>
          <p:nvPr/>
        </p:nvSpPr>
        <p:spPr>
          <a:xfrm>
            <a:off x="1133951" y="4922758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design an MCQ exam system with scoring.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56884" y="504753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7797046" y="4922758"/>
            <a:ext cx="60395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use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modules (.c / .h files)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clean coding.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39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6317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916317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73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Registration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2916317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98067" y="2916317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8" name="Text 6"/>
          <p:cNvSpPr/>
          <p:nvPr/>
        </p:nvSpPr>
        <p:spPr>
          <a:xfrm>
            <a:off x="7777282" y="3173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Login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7282" y="366402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(credentials stored in users.txt)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511040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310" y="4511040"/>
            <a:ext cx="121920" cy="8689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1142524" y="4768334"/>
            <a:ext cx="40453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 Multiple-Choice Questions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28548" y="4511040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8067" y="4511040"/>
            <a:ext cx="121920" cy="8689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7282" y="4768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Score calculation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3790" y="5606772"/>
            <a:ext cx="6407944" cy="868918"/>
          </a:xfrm>
          <a:prstGeom prst="roundRect">
            <a:avLst>
              <a:gd name="adj" fmla="val 1683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310" y="5606772"/>
            <a:ext cx="121920" cy="8689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2524" y="5864066"/>
            <a:ext cx="4659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Modular code with separate files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28548" y="5606772"/>
            <a:ext cx="6408063" cy="868918"/>
          </a:xfrm>
          <a:prstGeom prst="roundRect">
            <a:avLst>
              <a:gd name="adj" fmla="val 1683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8067" y="5606772"/>
            <a:ext cx="121920" cy="8689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7282" y="5864066"/>
            <a:ext cx="56534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Simple and beginner-friendly structure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012"/>
            <a:ext cx="104428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Architecture / File Structure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94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main.c → menu + control flow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exam.c/.h → exam questions + scoring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user.c/.h → register + login (file handling)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utils.c/.h → helper functions (clear screen)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users.txt → auto-created for saved users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596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Flow: Register/Login → Start Exam → Calculate Score → Display Result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987" y="516136"/>
            <a:ext cx="4692968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Flowchart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00" y="1478161"/>
            <a:ext cx="13101280" cy="6440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75293" y="2044499"/>
            <a:ext cx="2996185" cy="374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Start Exam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75293" y="2525553"/>
            <a:ext cx="6058952" cy="29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Begin the assessment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59641" y="2221773"/>
            <a:ext cx="426124" cy="4261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75293" y="3549250"/>
            <a:ext cx="2996185" cy="374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Login Success?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175293" y="4030304"/>
            <a:ext cx="6058952" cy="299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Decision: proceed or error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759641" y="3526778"/>
            <a:ext cx="426124" cy="4261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75293" y="5054001"/>
            <a:ext cx="2996185" cy="374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Register / Login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175293" y="5535055"/>
            <a:ext cx="6058952" cy="29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authentication entry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759641" y="4818467"/>
            <a:ext cx="426124" cy="4261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88609" y="6558752"/>
            <a:ext cx="2996185" cy="374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Show Menu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188609" y="7039806"/>
            <a:ext cx="6058952" cy="29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Display options to user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759641" y="6323218"/>
            <a:ext cx="426124" cy="4261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6987" y="8129707"/>
            <a:ext cx="1331642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(You can insert a simple flowchart image)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082" y="514707"/>
            <a:ext cx="4679990" cy="58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Core Concepts Used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5210" y="1483221"/>
            <a:ext cx="280749" cy="2807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3372" y="1473994"/>
            <a:ext cx="12711946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Functions in C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25210" y="2428339"/>
            <a:ext cx="280749" cy="2807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3372" y="2419112"/>
            <a:ext cx="12711946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Header files (.h)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25210" y="3373457"/>
            <a:ext cx="280749" cy="2807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63372" y="3364230"/>
            <a:ext cx="12711946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File Handling (fopen, fprintf, fscanf)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25210" y="4318575"/>
            <a:ext cx="280749" cy="28074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63372" y="4309348"/>
            <a:ext cx="12711946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Conditional statements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25210" y="5263694"/>
            <a:ext cx="280749" cy="28074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63372" y="5254466"/>
            <a:ext cx="12711946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Switch case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25210" y="6208812"/>
            <a:ext cx="280749" cy="28074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63372" y="6199584"/>
            <a:ext cx="12711946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Modular Programming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25210" y="7153930"/>
            <a:ext cx="280749" cy="280749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263372" y="7144703"/>
            <a:ext cx="12711946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Loops and input handling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693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0647" y="506254"/>
            <a:ext cx="6632138" cy="575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Code Snippets (Screenshots)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647" y="1564719"/>
            <a:ext cx="3703915" cy="48378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91286" y="1523286"/>
            <a:ext cx="3702368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1286" y="2024777"/>
            <a:ext cx="2843570" cy="13662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30647" y="6816685"/>
            <a:ext cx="785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registerUser()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30647" y="7175540"/>
            <a:ext cx="785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loginUser()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130647" y="7534394"/>
            <a:ext cx="785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startExam()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130647" y="7893248"/>
            <a:ext cx="785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 menu in main.c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57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Output / Testing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75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Test Cases: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697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Register user → Success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119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Login (correct) → Allowed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541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Login (wrong) → “Invalid username/password”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963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 attempt → Score out of 5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99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7135"/>
            <a:ext cx="75955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28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440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Successfully implemented an exam system using C.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862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Learned file handling, functions, modular coding &amp; menu-driven programs.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388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REFRENCE:</a:t>
            </a:r>
            <a:endParaRPr lang="en-US" sz="4450" dirty="0"/>
          </a:p>
        </p:txBody>
      </p:sp>
      <p:sp>
        <p:nvSpPr>
          <p:cNvPr id="7" name="Text 5"/>
          <p:cNvSpPr/>
          <p:nvPr/>
        </p:nvSpPr>
        <p:spPr>
          <a:xfrm>
            <a:off x="793790" y="50744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chat gpt 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414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gemini 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083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college wallah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7753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162889"/>
            <a:ext cx="32674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Enhancements: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27440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panel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31862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question bank from file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36284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Timer-based exam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0706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Randomized MCQs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45128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scores for all students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Custom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Fraunces Extra Bold</vt:lpstr>
      <vt:lpstr>Calibri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LENOVO</cp:lastModifiedBy>
  <cp:revision>1</cp:revision>
  <dcterms:created xsi:type="dcterms:W3CDTF">2025-12-03T07:55:20Z</dcterms:created>
  <dcterms:modified xsi:type="dcterms:W3CDTF">2025-12-03T11:47:16Z</dcterms:modified>
</cp:coreProperties>
</file>